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uce Medium" charset="1" panose="00000600000000000000"/>
      <p:regular r:id="rId16"/>
    </p:embeddedFont>
    <p:embeddedFont>
      <p:font typeface="Open Sauce Light" charset="1" panose="00000400000000000000"/>
      <p:regular r:id="rId17"/>
    </p:embeddedFont>
    <p:embeddedFont>
      <p:font typeface="Open Sauce" charset="1" panose="00000500000000000000"/>
      <p:regular r:id="rId18"/>
    </p:embeddedFont>
    <p:embeddedFont>
      <p:font typeface="Canva Sans Bold" charset="1" panose="020B0803030501040103"/>
      <p:regular r:id="rId19"/>
    </p:embeddedFont>
    <p:embeddedFont>
      <p:font typeface="Open Sauce Heavy" charset="1" panose="00000A00000000000000"/>
      <p:regular r:id="rId20"/>
    </p:embeddedFont>
    <p:embeddedFont>
      <p:font typeface="Open Sauce Bold" charset="1" panose="000008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bvhVf9ys.mp4" Type="http://schemas.microsoft.com/office/2007/relationships/media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0.jpeg" Type="http://schemas.openxmlformats.org/officeDocument/2006/relationships/image"/><Relationship Id="rId9" Target="../media/VAGbvhVf9ys.mp4" Type="http://schemas.openxmlformats.org/officeDocument/2006/relationships/video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594" y="3729443"/>
            <a:ext cx="17486812" cy="230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56"/>
              </a:lnSpc>
              <a:spcBef>
                <a:spcPct val="0"/>
              </a:spcBef>
            </a:pPr>
            <a:r>
              <a:rPr lang="en-US" b="true" sz="13540" spc="-63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Zobrazující sportovní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7766" y="3005476"/>
            <a:ext cx="9052468" cy="112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98"/>
              </a:lnSpc>
              <a:spcBef>
                <a:spcPct val="0"/>
              </a:spcBef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Terminálová aplikace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11960" y="8819935"/>
            <a:ext cx="4747340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Peterek David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19864" y="6094996"/>
            <a:ext cx="2848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výsledky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1978867" y="570112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06992" y="5386852"/>
            <a:ext cx="10557087" cy="6024936"/>
            <a:chOff x="0" y="0"/>
            <a:chExt cx="1635569" cy="933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5569" cy="933420"/>
            </a:xfrm>
            <a:custGeom>
              <a:avLst/>
              <a:gdLst/>
              <a:ahLst/>
              <a:cxnLst/>
              <a:rect r="r" b="b" t="t" l="l"/>
              <a:pathLst>
                <a:path h="933420" w="1635569">
                  <a:moveTo>
                    <a:pt x="57934" y="0"/>
                  </a:moveTo>
                  <a:lnTo>
                    <a:pt x="1577635" y="0"/>
                  </a:lnTo>
                  <a:cubicBezTo>
                    <a:pt x="1609631" y="0"/>
                    <a:pt x="1635569" y="25938"/>
                    <a:pt x="1635569" y="57934"/>
                  </a:cubicBezTo>
                  <a:lnTo>
                    <a:pt x="1635569" y="875486"/>
                  </a:lnTo>
                  <a:cubicBezTo>
                    <a:pt x="1635569" y="890851"/>
                    <a:pt x="1629465" y="905587"/>
                    <a:pt x="1618601" y="916452"/>
                  </a:cubicBezTo>
                  <a:cubicBezTo>
                    <a:pt x="1607736" y="927316"/>
                    <a:pt x="1593000" y="933420"/>
                    <a:pt x="1577635" y="933420"/>
                  </a:cubicBezTo>
                  <a:lnTo>
                    <a:pt x="57934" y="933420"/>
                  </a:lnTo>
                  <a:cubicBezTo>
                    <a:pt x="42569" y="933420"/>
                    <a:pt x="27833" y="927316"/>
                    <a:pt x="16968" y="916452"/>
                  </a:cubicBezTo>
                  <a:cubicBezTo>
                    <a:pt x="6104" y="905587"/>
                    <a:pt x="0" y="890851"/>
                    <a:pt x="0" y="875486"/>
                  </a:cubicBezTo>
                  <a:lnTo>
                    <a:pt x="0" y="57934"/>
                  </a:lnTo>
                  <a:cubicBezTo>
                    <a:pt x="0" y="42569"/>
                    <a:pt x="6104" y="27833"/>
                    <a:pt x="16968" y="16968"/>
                  </a:cubicBezTo>
                  <a:cubicBezTo>
                    <a:pt x="27833" y="6104"/>
                    <a:pt x="42569" y="0"/>
                    <a:pt x="57934" y="0"/>
                  </a:cubicBezTo>
                  <a:close/>
                </a:path>
              </a:pathLst>
            </a:custGeom>
            <a:blipFill>
              <a:blip r:embed="rId4"/>
              <a:stretch>
                <a:fillRect l="-29851" t="-25796" r="0" b="-2579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2608749">
            <a:off x="8153284" y="1201909"/>
            <a:ext cx="820906" cy="820906"/>
          </a:xfrm>
          <a:custGeom>
            <a:avLst/>
            <a:gdLst/>
            <a:ahLst/>
            <a:cxnLst/>
            <a:rect r="r" b="b" t="t" l="l"/>
            <a:pathLst>
              <a:path h="820906" w="820906">
                <a:moveTo>
                  <a:pt x="0" y="0"/>
                </a:moveTo>
                <a:lnTo>
                  <a:pt x="820905" y="0"/>
                </a:lnTo>
                <a:lnTo>
                  <a:pt x="820905" y="820905"/>
                </a:lnTo>
                <a:lnTo>
                  <a:pt x="0" y="82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025014" y="4494954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0" y="2750862"/>
                </a:moveTo>
                <a:lnTo>
                  <a:pt x="2750862" y="2750862"/>
                </a:lnTo>
                <a:lnTo>
                  <a:pt x="2750862" y="0"/>
                </a:lnTo>
                <a:lnTo>
                  <a:pt x="0" y="0"/>
                </a:lnTo>
                <a:lnTo>
                  <a:pt x="0" y="275086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6176" y="1431704"/>
            <a:ext cx="60490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Práce s terminálem a knihovnou Textual.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1936" y="5135106"/>
            <a:ext cx="6148092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PROČ</a:t>
            </a:r>
          </a:p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TENTO PROJEKT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2608749">
            <a:off x="8153284" y="2465194"/>
            <a:ext cx="820906" cy="820906"/>
          </a:xfrm>
          <a:custGeom>
            <a:avLst/>
            <a:gdLst/>
            <a:ahLst/>
            <a:cxnLst/>
            <a:rect r="r" b="b" t="t" l="l"/>
            <a:pathLst>
              <a:path h="820906" w="820906">
                <a:moveTo>
                  <a:pt x="0" y="0"/>
                </a:moveTo>
                <a:lnTo>
                  <a:pt x="820905" y="0"/>
                </a:lnTo>
                <a:lnTo>
                  <a:pt x="820905" y="820906"/>
                </a:lnTo>
                <a:lnTo>
                  <a:pt x="0" y="82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96176" y="2590659"/>
            <a:ext cx="604909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Získávání dat z webové stránky, která se zajímá právě určitými sporty.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2608749">
            <a:off x="8153284" y="3730496"/>
            <a:ext cx="820906" cy="820906"/>
          </a:xfrm>
          <a:custGeom>
            <a:avLst/>
            <a:gdLst/>
            <a:ahLst/>
            <a:cxnLst/>
            <a:rect r="r" b="b" t="t" l="l"/>
            <a:pathLst>
              <a:path h="820906" w="820906">
                <a:moveTo>
                  <a:pt x="0" y="0"/>
                </a:moveTo>
                <a:lnTo>
                  <a:pt x="820905" y="0"/>
                </a:lnTo>
                <a:lnTo>
                  <a:pt x="820905" y="820906"/>
                </a:lnTo>
                <a:lnTo>
                  <a:pt x="0" y="82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296176" y="3793604"/>
            <a:ext cx="604909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b="true" sz="18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Možnost nabrat více zkušeností přes terminál ve vývojové aplikaci.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2608749">
            <a:off x="791484" y="1575686"/>
            <a:ext cx="820906" cy="820906"/>
          </a:xfrm>
          <a:custGeom>
            <a:avLst/>
            <a:gdLst/>
            <a:ahLst/>
            <a:cxnLst/>
            <a:rect r="r" b="b" t="t" l="l"/>
            <a:pathLst>
              <a:path h="820906" w="820906">
                <a:moveTo>
                  <a:pt x="0" y="0"/>
                </a:moveTo>
                <a:lnTo>
                  <a:pt x="820905" y="0"/>
                </a:lnTo>
                <a:lnTo>
                  <a:pt x="820905" y="820905"/>
                </a:lnTo>
                <a:lnTo>
                  <a:pt x="0" y="8209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34376" y="1638794"/>
            <a:ext cx="6049097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Umožňuje rychlý přístup k informacím o odehraných zápasech, zraněních a tabulkách určitých sportů a jejich lig.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9997172" y="2500334"/>
            <a:ext cx="9145756" cy="9162415"/>
          </a:xfrm>
          <a:custGeom>
            <a:avLst/>
            <a:gdLst/>
            <a:ahLst/>
            <a:cxnLst/>
            <a:rect r="r" b="b" t="t" l="l"/>
            <a:pathLst>
              <a:path h="9162415" w="9145756">
                <a:moveTo>
                  <a:pt x="9145757" y="0"/>
                </a:moveTo>
                <a:lnTo>
                  <a:pt x="0" y="0"/>
                </a:lnTo>
                <a:lnTo>
                  <a:pt x="0" y="9162415"/>
                </a:lnTo>
                <a:lnTo>
                  <a:pt x="9145757" y="9162415"/>
                </a:lnTo>
                <a:lnTo>
                  <a:pt x="91457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6486" y="-1270391"/>
            <a:ext cx="7672410" cy="7672410"/>
          </a:xfrm>
          <a:custGeom>
            <a:avLst/>
            <a:gdLst/>
            <a:ahLst/>
            <a:cxnLst/>
            <a:rect r="r" b="b" t="t" l="l"/>
            <a:pathLst>
              <a:path h="7672410" w="7672410">
                <a:moveTo>
                  <a:pt x="0" y="0"/>
                </a:moveTo>
                <a:lnTo>
                  <a:pt x="7672409" y="0"/>
                </a:lnTo>
                <a:lnTo>
                  <a:pt x="7672409" y="7672409"/>
                </a:lnTo>
                <a:lnTo>
                  <a:pt x="0" y="7672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60628" y="3894807"/>
            <a:ext cx="7178988" cy="4641788"/>
          </a:xfrm>
          <a:custGeom>
            <a:avLst/>
            <a:gdLst/>
            <a:ahLst/>
            <a:cxnLst/>
            <a:rect r="r" b="b" t="t" l="l"/>
            <a:pathLst>
              <a:path h="4641788" w="7178988">
                <a:moveTo>
                  <a:pt x="0" y="0"/>
                </a:moveTo>
                <a:lnTo>
                  <a:pt x="7178987" y="0"/>
                </a:lnTo>
                <a:lnTo>
                  <a:pt x="7178987" y="4641789"/>
                </a:lnTo>
                <a:lnTo>
                  <a:pt x="0" y="464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976" y="1728566"/>
            <a:ext cx="7031743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čem tento projekt je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3976" y="4475979"/>
            <a:ext cx="8453915" cy="4060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1"/>
              </a:lnSpc>
            </a:pPr>
          </a:p>
          <a:p>
            <a:pPr algn="l" marL="897749" indent="-448875" lvl="1">
              <a:lnSpc>
                <a:spcPts val="5821"/>
              </a:lnSpc>
              <a:buFont typeface="Arial"/>
              <a:buChar char="•"/>
            </a:pPr>
            <a:r>
              <a:rPr lang="en-US" sz="41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Tvorba aplikace v terminálu</a:t>
            </a:r>
          </a:p>
          <a:p>
            <a:pPr algn="l" marL="897749" indent="-448875" lvl="1">
              <a:lnSpc>
                <a:spcPts val="5821"/>
              </a:lnSpc>
              <a:buFont typeface="Arial"/>
              <a:buChar char="•"/>
            </a:pPr>
            <a:r>
              <a:rPr lang="en-US" sz="41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Rychlé zobrazení sportovních údajů</a:t>
            </a:r>
          </a:p>
          <a:p>
            <a:pPr algn="l" marL="897749" indent="-448875" lvl="1">
              <a:lnSpc>
                <a:spcPts val="5821"/>
              </a:lnSpc>
              <a:buFont typeface="Arial"/>
              <a:buChar char="•"/>
            </a:pPr>
            <a:r>
              <a:rPr lang="en-US" sz="41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Získávání dat </a:t>
            </a:r>
          </a:p>
          <a:p>
            <a:pPr algn="l">
              <a:lnSpc>
                <a:spcPts val="456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7876765" y="319853"/>
            <a:ext cx="10458860" cy="10477911"/>
          </a:xfrm>
          <a:custGeom>
            <a:avLst/>
            <a:gdLst/>
            <a:ahLst/>
            <a:cxnLst/>
            <a:rect r="r" b="b" t="t" l="l"/>
            <a:pathLst>
              <a:path h="10477911" w="10458860">
                <a:moveTo>
                  <a:pt x="10458860" y="0"/>
                </a:moveTo>
                <a:lnTo>
                  <a:pt x="0" y="0"/>
                </a:lnTo>
                <a:lnTo>
                  <a:pt x="0" y="10477911"/>
                </a:lnTo>
                <a:lnTo>
                  <a:pt x="10458860" y="10477911"/>
                </a:lnTo>
                <a:lnTo>
                  <a:pt x="1045886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28700" y="1970882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992917" y="5839405"/>
            <a:ext cx="10557087" cy="6024936"/>
            <a:chOff x="0" y="0"/>
            <a:chExt cx="1635569" cy="933420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635569" cy="933420"/>
            </a:xfrm>
            <a:custGeom>
              <a:avLst/>
              <a:gdLst/>
              <a:ahLst/>
              <a:cxnLst/>
              <a:rect r="r" b="b" t="t" l="l"/>
              <a:pathLst>
                <a:path h="933420" w="1635569">
                  <a:moveTo>
                    <a:pt x="1577635" y="0"/>
                  </a:moveTo>
                  <a:lnTo>
                    <a:pt x="57934" y="0"/>
                  </a:lnTo>
                  <a:cubicBezTo>
                    <a:pt x="25938" y="0"/>
                    <a:pt x="0" y="25938"/>
                    <a:pt x="0" y="57934"/>
                  </a:cubicBezTo>
                  <a:lnTo>
                    <a:pt x="0" y="875486"/>
                  </a:lnTo>
                  <a:cubicBezTo>
                    <a:pt x="0" y="890851"/>
                    <a:pt x="6104" y="905587"/>
                    <a:pt x="16968" y="916452"/>
                  </a:cubicBezTo>
                  <a:cubicBezTo>
                    <a:pt x="27833" y="927316"/>
                    <a:pt x="42569" y="933420"/>
                    <a:pt x="57934" y="933420"/>
                  </a:cubicBezTo>
                  <a:lnTo>
                    <a:pt x="1577635" y="933420"/>
                  </a:lnTo>
                  <a:cubicBezTo>
                    <a:pt x="1593000" y="933420"/>
                    <a:pt x="1607736" y="927316"/>
                    <a:pt x="1618601" y="916452"/>
                  </a:cubicBezTo>
                  <a:cubicBezTo>
                    <a:pt x="1629465" y="905587"/>
                    <a:pt x="1635569" y="890851"/>
                    <a:pt x="1635569" y="875486"/>
                  </a:cubicBezTo>
                  <a:lnTo>
                    <a:pt x="1635569" y="57934"/>
                  </a:lnTo>
                  <a:cubicBezTo>
                    <a:pt x="1635569" y="42569"/>
                    <a:pt x="1629465" y="27833"/>
                    <a:pt x="1618601" y="16968"/>
                  </a:cubicBezTo>
                  <a:cubicBezTo>
                    <a:pt x="1607736" y="6104"/>
                    <a:pt x="1593000" y="0"/>
                    <a:pt x="1577635" y="0"/>
                  </a:cubicBezTo>
                  <a:close/>
                </a:path>
              </a:pathLst>
            </a:custGeom>
            <a:blipFill>
              <a:blip r:embed="rId5"/>
              <a:stretch>
                <a:fillRect l="-4853" t="-28315" r="-485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10540" y="2454224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Interaktivita </a:t>
            </a:r>
          </a:p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aplikace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10540" y="4545620"/>
            <a:ext cx="5030355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Uživatel má na výběr mezi čtyřmi sporty, které jsou vypsány v tabulce u spuštění aplikace a pomocí myši, nebo kláves má možnost navigace mezi různými částmi aplikace.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33150" y="2330679"/>
            <a:ext cx="5557273" cy="146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40"/>
              </a:lnSpc>
            </a:pPr>
            <a:r>
              <a:rPr lang="en-US" b="true" sz="5219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POČÁTEČNÍ </a:t>
            </a:r>
          </a:p>
          <a:p>
            <a:pPr algn="just" marL="0" indent="0" lvl="0">
              <a:lnSpc>
                <a:spcPts val="5740"/>
              </a:lnSpc>
            </a:pPr>
            <a:r>
              <a:rPr lang="en-US" b="true" sz="5219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ZKUŠENOSTI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3976" y="3863023"/>
            <a:ext cx="7031236" cy="249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Mezi počáteční zkušenosti patřilo: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Orientace v terminálu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Stylování aplikací v style.css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Základní info o Python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81179" y="576468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357FF">
                    <a:alpha val="100000"/>
                  </a:srgbClr>
                </a:gs>
                <a:gs pos="100000">
                  <a:srgbClr val="FC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-1449175" y="-220557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31689" y="1143000"/>
            <a:ext cx="10075689" cy="3733047"/>
            <a:chOff x="0" y="0"/>
            <a:chExt cx="1560988" cy="578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0988" cy="578347"/>
            </a:xfrm>
            <a:custGeom>
              <a:avLst/>
              <a:gdLst/>
              <a:ahLst/>
              <a:cxnLst/>
              <a:rect r="r" b="b" t="t" l="l"/>
              <a:pathLst>
                <a:path h="578347" w="1560988">
                  <a:moveTo>
                    <a:pt x="60702" y="0"/>
                  </a:moveTo>
                  <a:lnTo>
                    <a:pt x="1500286" y="0"/>
                  </a:lnTo>
                  <a:cubicBezTo>
                    <a:pt x="1533811" y="0"/>
                    <a:pt x="1560988" y="27177"/>
                    <a:pt x="1560988" y="60702"/>
                  </a:cubicBezTo>
                  <a:lnTo>
                    <a:pt x="1560988" y="517645"/>
                  </a:lnTo>
                  <a:cubicBezTo>
                    <a:pt x="1560988" y="551170"/>
                    <a:pt x="1533811" y="578347"/>
                    <a:pt x="1500286" y="578347"/>
                  </a:cubicBezTo>
                  <a:lnTo>
                    <a:pt x="60702" y="578347"/>
                  </a:lnTo>
                  <a:cubicBezTo>
                    <a:pt x="27177" y="578347"/>
                    <a:pt x="0" y="551170"/>
                    <a:pt x="0" y="517645"/>
                  </a:cubicBezTo>
                  <a:lnTo>
                    <a:pt x="0" y="60702"/>
                  </a:lnTo>
                  <a:cubicBezTo>
                    <a:pt x="0" y="27177"/>
                    <a:pt x="27177" y="0"/>
                    <a:pt x="60702" y="0"/>
                  </a:cubicBezTo>
                  <a:close/>
                </a:path>
              </a:pathLst>
            </a:custGeom>
            <a:blipFill>
              <a:blip r:embed="rId4"/>
              <a:stretch>
                <a:fillRect l="-2928" t="0" r="-292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true" rot="0">
            <a:off x="12020093" y="5548144"/>
            <a:ext cx="7420312" cy="7420312"/>
          </a:xfrm>
          <a:custGeom>
            <a:avLst/>
            <a:gdLst/>
            <a:ahLst/>
            <a:cxnLst/>
            <a:rect r="r" b="b" t="t" l="l"/>
            <a:pathLst>
              <a:path h="7420312" w="7420312">
                <a:moveTo>
                  <a:pt x="0" y="7420312"/>
                </a:moveTo>
                <a:lnTo>
                  <a:pt x="7420312" y="7420312"/>
                </a:lnTo>
                <a:lnTo>
                  <a:pt x="7420312" y="0"/>
                </a:lnTo>
                <a:lnTo>
                  <a:pt x="0" y="0"/>
                </a:lnTo>
                <a:lnTo>
                  <a:pt x="0" y="742031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10695" y="5295147"/>
            <a:ext cx="13848605" cy="4621972"/>
          </a:xfrm>
          <a:custGeom>
            <a:avLst/>
            <a:gdLst/>
            <a:ahLst/>
            <a:cxnLst/>
            <a:rect r="r" b="b" t="t" l="l"/>
            <a:pathLst>
              <a:path h="4621972" w="13848605">
                <a:moveTo>
                  <a:pt x="0" y="0"/>
                </a:moveTo>
                <a:lnTo>
                  <a:pt x="13848605" y="0"/>
                </a:lnTo>
                <a:lnTo>
                  <a:pt x="13848605" y="4621972"/>
                </a:lnTo>
                <a:lnTo>
                  <a:pt x="0" y="4621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730249" y="663200"/>
            <a:ext cx="1421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Page 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4115" y="2108480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Využité technologie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755771" y="-136158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6" y="8573655"/>
                </a:lnTo>
                <a:lnTo>
                  <a:pt x="8558066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9793293" y="5707415"/>
            <a:ext cx="7358247" cy="7358247"/>
          </a:xfrm>
          <a:custGeom>
            <a:avLst/>
            <a:gdLst/>
            <a:ahLst/>
            <a:cxnLst/>
            <a:rect r="r" b="b" t="t" l="l"/>
            <a:pathLst>
              <a:path h="7358247" w="7358247">
                <a:moveTo>
                  <a:pt x="0" y="7358246"/>
                </a:moveTo>
                <a:lnTo>
                  <a:pt x="7358246" y="7358246"/>
                </a:lnTo>
                <a:lnTo>
                  <a:pt x="7358246" y="0"/>
                </a:lnTo>
                <a:lnTo>
                  <a:pt x="0" y="0"/>
                </a:lnTo>
                <a:lnTo>
                  <a:pt x="0" y="73582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01916" y="2124679"/>
            <a:ext cx="5741000" cy="129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52"/>
              </a:lnSpc>
            </a:pPr>
            <a:r>
              <a:rPr lang="en-US" sz="4441" spc="-20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Zobrazení a zpracování dat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3976" y="4516962"/>
            <a:ext cx="5738142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b="true" sz="2299" spc="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Webscraping</a:t>
            </a:r>
            <a:r>
              <a:rPr lang="en-US" sz="2299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- data jsou pro aplikaci získávána z webu CBS Sports pomocí Requests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                   - BeautifulSoup extrahuje data z HTML struktur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03976" y="2734619"/>
            <a:ext cx="5152572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ARCHITEKTURA</a:t>
            </a:r>
          </a:p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PROJEKTU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3976" y="6887417"/>
            <a:ext cx="14856205" cy="92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response 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 get(</a:t>
            </a:r>
            <a:r>
              <a:rPr lang="en-US" sz="18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'https://www.cbssports.com/{}/schedule/'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soup 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 BeautifulSoup(</a:t>
            </a:r>
            <a:r>
              <a:rPr lang="en-US" sz="180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response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  <a:r>
              <a:rPr lang="en-US" sz="180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content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'html.parser')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dates 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 </a:t>
            </a:r>
            <a:r>
              <a:rPr lang="en-US" sz="1800">
                <a:solidFill>
                  <a:srgbClr val="0CC0DF"/>
                </a:solidFill>
                <a:latin typeface="Canva Sans"/>
                <a:ea typeface="Canva Sans"/>
                <a:cs typeface="Canva Sans"/>
                <a:sym typeface="Canva Sans"/>
              </a:rPr>
              <a:t>soup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.find_all(</a:t>
            </a:r>
            <a:r>
              <a:rPr lang="en-US" sz="1800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'h3'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 {'class': 'TableBase-title'})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3428" y="3450513"/>
            <a:ext cx="5146470" cy="20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Textu</a:t>
            </a:r>
            <a:r>
              <a:rPr lang="en-US" sz="17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vytváří uživatelské rozhraní, kde jsou data přehledně prezentována. Poté zpracování dat probíhá pomocí Pandas co transformuje data do příslušné podoby.</a:t>
            </a:r>
          </a:p>
          <a:p>
            <a:pPr algn="ctr">
              <a:lnSpc>
                <a:spcPts val="3588"/>
              </a:lnSpc>
            </a:pPr>
          </a:p>
          <a:p>
            <a:pPr algn="ctr">
              <a:lnSpc>
                <a:spcPts val="358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1449175" y="-220557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8573655"/>
                </a:moveTo>
                <a:lnTo>
                  <a:pt x="8558067" y="8573655"/>
                </a:lnTo>
                <a:lnTo>
                  <a:pt x="8558067" y="0"/>
                </a:lnTo>
                <a:lnTo>
                  <a:pt x="0" y="0"/>
                </a:lnTo>
                <a:lnTo>
                  <a:pt x="0" y="85736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497756" y="7411878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7211724" y="5209220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1432847" y="0"/>
                </a:moveTo>
                <a:lnTo>
                  <a:pt x="0" y="0"/>
                </a:lnTo>
                <a:lnTo>
                  <a:pt x="0" y="1432848"/>
                </a:lnTo>
                <a:lnTo>
                  <a:pt x="1432847" y="1432848"/>
                </a:lnTo>
                <a:lnTo>
                  <a:pt x="14328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34751" y="685974"/>
            <a:ext cx="3999440" cy="6248029"/>
          </a:xfrm>
          <a:custGeom>
            <a:avLst/>
            <a:gdLst/>
            <a:ahLst/>
            <a:cxnLst/>
            <a:rect r="r" b="b" t="t" l="l"/>
            <a:pathLst>
              <a:path h="6248029" w="3999440">
                <a:moveTo>
                  <a:pt x="0" y="0"/>
                </a:moveTo>
                <a:lnTo>
                  <a:pt x="3999440" y="0"/>
                </a:lnTo>
                <a:lnTo>
                  <a:pt x="3999440" y="6248030"/>
                </a:lnTo>
                <a:lnTo>
                  <a:pt x="0" y="62480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7669" r="0" b="-17669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376" y="2650221"/>
            <a:ext cx="6545997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STYLOVÁ STRÁNKA PROJEKTU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3989" y="7021964"/>
            <a:ext cx="5287533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Stylovou stránku byla řešena pomocí souboru style.tcss. V tomto souboru se nachází různé sekce, které jsou zde editovány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5400000">
            <a:off x="1204898" y="1559527"/>
            <a:ext cx="7962927" cy="7962927"/>
          </a:xfrm>
          <a:custGeom>
            <a:avLst/>
            <a:gdLst/>
            <a:ahLst/>
            <a:cxnLst/>
            <a:rect r="r" b="b" t="t" l="l"/>
            <a:pathLst>
              <a:path h="7962927" w="7962927">
                <a:moveTo>
                  <a:pt x="7962927" y="7962927"/>
                </a:moveTo>
                <a:lnTo>
                  <a:pt x="0" y="7962927"/>
                </a:lnTo>
                <a:lnTo>
                  <a:pt x="0" y="0"/>
                </a:lnTo>
                <a:lnTo>
                  <a:pt x="7962927" y="0"/>
                </a:lnTo>
                <a:lnTo>
                  <a:pt x="7962927" y="79629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91054" y="2474657"/>
            <a:ext cx="6610171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sz="6641" spc="-31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Možné vylepšení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5400000">
            <a:off x="10708853" y="3151942"/>
            <a:ext cx="7629348" cy="7643245"/>
          </a:xfrm>
          <a:custGeom>
            <a:avLst/>
            <a:gdLst/>
            <a:ahLst/>
            <a:cxnLst/>
            <a:rect r="r" b="b" t="t" l="l"/>
            <a:pathLst>
              <a:path h="7643245" w="7629348">
                <a:moveTo>
                  <a:pt x="7629349" y="0"/>
                </a:moveTo>
                <a:lnTo>
                  <a:pt x="0" y="0"/>
                </a:lnTo>
                <a:lnTo>
                  <a:pt x="0" y="7643245"/>
                </a:lnTo>
                <a:lnTo>
                  <a:pt x="7629349" y="7643245"/>
                </a:lnTo>
                <a:lnTo>
                  <a:pt x="76293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29564" y="4051905"/>
            <a:ext cx="7659727" cy="176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3520"/>
              </a:lnSpc>
              <a:buFont typeface="Arial"/>
              <a:buChar char="•"/>
            </a:pPr>
            <a:r>
              <a:rPr lang="en-US" sz="320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Možnost řešit získávání informací přes API, nebo další weby</a:t>
            </a:r>
          </a:p>
          <a:p>
            <a:pPr algn="l" marL="690890" indent="-345445" lvl="1">
              <a:lnSpc>
                <a:spcPts val="3520"/>
              </a:lnSpc>
              <a:buFont typeface="Arial"/>
              <a:buChar char="•"/>
            </a:pPr>
            <a:r>
              <a:rPr lang="en-US" sz="320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Z této terminálové aplikace udělat webovou, nebo mobilní aplikaci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352909">
            <a:off x="4306506" y="1455760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0" y="1432847"/>
                </a:moveTo>
                <a:lnTo>
                  <a:pt x="1432848" y="1432847"/>
                </a:lnTo>
                <a:lnTo>
                  <a:pt x="1432848" y="0"/>
                </a:lnTo>
                <a:lnTo>
                  <a:pt x="0" y="0"/>
                </a:lnTo>
                <a:lnTo>
                  <a:pt x="0" y="143284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734914" y="-869322"/>
            <a:ext cx="8558066" cy="8573655"/>
          </a:xfrm>
          <a:custGeom>
            <a:avLst/>
            <a:gdLst/>
            <a:ahLst/>
            <a:cxnLst/>
            <a:rect r="r" b="b" t="t" l="l"/>
            <a:pathLst>
              <a:path h="8573655" w="8558066">
                <a:moveTo>
                  <a:pt x="0" y="0"/>
                </a:moveTo>
                <a:lnTo>
                  <a:pt x="8558067" y="0"/>
                </a:lnTo>
                <a:lnTo>
                  <a:pt x="8558067" y="8573655"/>
                </a:lnTo>
                <a:lnTo>
                  <a:pt x="0" y="857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-857400" y="4947786"/>
            <a:ext cx="6611341" cy="6611341"/>
          </a:xfrm>
          <a:custGeom>
            <a:avLst/>
            <a:gdLst/>
            <a:ahLst/>
            <a:cxnLst/>
            <a:rect r="r" b="b" t="t" l="l"/>
            <a:pathLst>
              <a:path h="6611341" w="6611341">
                <a:moveTo>
                  <a:pt x="6611341" y="6611341"/>
                </a:moveTo>
                <a:lnTo>
                  <a:pt x="0" y="6611341"/>
                </a:lnTo>
                <a:lnTo>
                  <a:pt x="0" y="0"/>
                </a:lnTo>
                <a:lnTo>
                  <a:pt x="6611341" y="0"/>
                </a:lnTo>
                <a:lnTo>
                  <a:pt x="6611341" y="661134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13948" y="1573375"/>
            <a:ext cx="1432847" cy="1432847"/>
          </a:xfrm>
          <a:custGeom>
            <a:avLst/>
            <a:gdLst/>
            <a:ahLst/>
            <a:cxnLst/>
            <a:rect r="r" b="b" t="t" l="l"/>
            <a:pathLst>
              <a:path h="1432847" w="1432847">
                <a:moveTo>
                  <a:pt x="1432847" y="1432848"/>
                </a:moveTo>
                <a:lnTo>
                  <a:pt x="0" y="1432848"/>
                </a:lnTo>
                <a:lnTo>
                  <a:pt x="0" y="0"/>
                </a:lnTo>
                <a:lnTo>
                  <a:pt x="1432847" y="0"/>
                </a:lnTo>
                <a:lnTo>
                  <a:pt x="1432847" y="143284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2021573" y="3006223"/>
            <a:ext cx="12992375" cy="7037536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3747" y="1401276"/>
            <a:ext cx="7440024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pc="1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UKÁZKA FUNKCE APLIKACE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3045" y="49015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Terminálová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3045" y="811215"/>
            <a:ext cx="1761862" cy="3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aplikace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01336" y="3321784"/>
            <a:ext cx="8370898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Děkuji za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11960" y="8819935"/>
            <a:ext cx="4747340" cy="42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Peterek David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78269" y="5090362"/>
            <a:ext cx="9802910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b="true" sz="15901" spc="-74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pozornost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DAGbu6y-3is</dc:identifier>
  <dcterms:modified xsi:type="dcterms:W3CDTF">2011-08-01T06:04:30Z</dcterms:modified>
  <cp:revision>1</cp:revision>
  <dc:title>You</dc:title>
</cp:coreProperties>
</file>